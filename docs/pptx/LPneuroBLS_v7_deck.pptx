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Toward Size-Robust Zero-Shot Search:
Expert Imitation, Iteration Scaling,
and What the Ablations Attribute (v7)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BBDD"/>
                </a:solidFill>
                <a:latin typeface="Arial"/>
              </a:rPr>
              <a:t>neuroMCTS project  ·  Research meeting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Five literature lessons shaped v7: imitate, scale iterations, normalize features, align with propagation, randomize sizes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Teacher: </a:t>
            </a:r>
            <a:r>
              <a:rPr sz="2000" b="0">
                <a:solidFill>
                  <a:srgbClr val="2D2D2D"/>
                </a:solidFill>
                <a:latin typeface="Arial"/>
              </a:rPr>
              <a:t>propagation-impact expert (fail-first probing) replaces self-play — learn2branch pattern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Architecture: </a:t>
            </a:r>
            <a:r>
              <a:rPr sz="2000" b="0">
                <a:solidFill>
                  <a:srgbClr val="2D2D2D"/>
                </a:solidFill>
                <a:latin typeface="Arial"/>
              </a:rPr>
              <a:t>weight-shared recurrent GNN → message-passing iterations scalable at test time (NeuroSAT)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Data: </a:t>
            </a:r>
            <a:r>
              <a:rPr sz="2000" b="0">
                <a:solidFill>
                  <a:srgbClr val="2D2D2D"/>
                </a:solidFill>
                <a:latin typeface="Arial"/>
              </a:rPr>
              <a:t>sizes m ~ U{6..20}, all instances fresh; strict zero-shot: 40×100 never seen in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v7 perfects 10×25 — the first non-exact 100/100 on the hard family — but regresses at 20×50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10×25:  </a:t>
            </a:r>
            <a:r>
              <a:rPr sz="2000" b="0">
                <a:solidFill>
                  <a:srgbClr val="2D2D2D"/>
                </a:solidFill>
                <a:latin typeface="Arial"/>
              </a:rPr>
              <a:t>feas 100% / sol 100% at 1.52 s  (v6: 99.3/100 — all 7 budget FPs now proven infeasible)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20×50:  </a:t>
            </a:r>
            <a:r>
              <a:rPr sz="2000" b="0">
                <a:solidFill>
                  <a:srgbClr val="2D2D2D"/>
                </a:solidFill>
                <a:latin typeface="Arial"/>
              </a:rPr>
              <a:t>sol 5.5% vs v6 9.6% — regression, attributed by ablation to the imitation phase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40×100 zero-shot:  </a:t>
            </a:r>
            <a:r>
              <a:rPr sz="2000" b="0">
                <a:solidFill>
                  <a:srgbClr val="2D2D2D"/>
                </a:solidFill>
                <a:latin typeface="Arial"/>
              </a:rPr>
              <a:t>2.25%, identical to v6 (trained on that size) — extrapolation is pump-bound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Matched ablations: iteration count is innocent; the imitation phase caused the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Imitation ckpt, 16 iters: 5.50%   |   imitation ckpt, 8 iters (trained regime): 5.50%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Pretrain-only ckpt, same budgets: 8.50% — the teacher, not the iterations, is the cause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Third independent failure of open-loop policy training (v6 self-play, v6 ordering-REINFORCE, v7 imitation)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The fail-first asymmetry: one ordering policy cannot serve both proofs and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Fail-first teacher → proof trees shrink → 10×25 infeasibility proofs 48 → 55, FP 7 → 0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Same teacher → solution search degrades at 20×50 (succeed-first guidance needed there)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Classical CP wisdom, now measured in our pipeline — ordering policy must be role-specific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Test-time iteration scaling is a null result: extrapolation stays pump-bound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40×100 zero-shot: 8 vs 32 message-passing rounds → identical outcomes (80.2% / 2.25%)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All 9 solutions from the kernel pump in both configurations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No inference-regime adjustment (budget, iterations) bridges the hardness boundary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Conclusion: learned ordering should target proofs; solutions need lattice enumeration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Deploy per size: </a:t>
            </a:r>
            <a:r>
              <a:rPr sz="2000" b="0">
                <a:solidFill>
                  <a:srgbClr val="2D2D2D"/>
                </a:solidFill>
                <a:latin typeface="Arial"/>
              </a:rPr>
              <a:t>imitation checkpoint where proofs dominate (small), pretrained where search dominates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Next: </a:t>
            </a:r>
            <a:r>
              <a:rPr sz="2000" b="0">
                <a:solidFill>
                  <a:srgbClr val="2D2D2D"/>
                </a:solidFill>
                <a:latin typeface="Arial"/>
              </a:rPr>
              <a:t>no-good DFS (conflict learning), then LLL-reduced kernel-basis enumeration with learned guidance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If policy training returns: </a:t>
            </a:r>
            <a:r>
              <a:rPr sz="2000" b="0">
                <a:solidFill>
                  <a:srgbClr val="2D2D2D"/>
                </a:solidFill>
                <a:latin typeface="Arial"/>
              </a:rPr>
              <a:t>optimize proof-tree size on infeasible instances — the one transferable 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