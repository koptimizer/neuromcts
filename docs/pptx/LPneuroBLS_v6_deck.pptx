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Hard Binary Linear Systems:
Where the v6 Pipeline Stands, What Failed,
and What to Reinforce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749039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0BBDD"/>
                </a:solidFill>
                <a:latin typeface="Arial"/>
              </a:rPr>
              <a:t>neuroMCTS project  ·  Research meeting  ·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Arial"/>
              </a:rPr>
              <a:t>The old test family was easy: exact solvers closed it in milliseconds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Old DNS family: </a:t>
            </a:r>
            <a:r>
              <a:rPr sz="2000" b="0">
                <a:solidFill>
                  <a:srgbClr val="2D2D2D"/>
                </a:solidFill>
                <a:latin typeface="Arial"/>
              </a:rPr>
              <a:t>b leaked the planted density; 61% of instances closed before any neural inference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New market-split-style family: </a:t>
            </a:r>
            <a:r>
              <a:rPr sz="2000" b="0">
                <a:solidFill>
                  <a:srgbClr val="2D2D2D"/>
                </a:solidFill>
                <a:latin typeface="Arial"/>
              </a:rPr>
              <a:t>half-density planting hides b; infeasible = ±1 noise, CP-SAT-certified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D2D"/>
                </a:solidFill>
                <a:latin typeface="Arial"/>
              </a:rPr>
              <a:t>At 20×50 the symbolic front end closes almost nothing — learned search must carry the load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Arial"/>
              </a:rPr>
              <a:t>Exact solvers' time explodes with size — and they start failing at 40×100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6_time_accuracy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8229600" cy="30851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Arial"/>
              </a:rPr>
              <a:t>800–7,300× time growth across the sweep; CP-SAT leaves 9% of feasible 40×100 unsolved (60 s limit)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Arial"/>
              </a:rPr>
              <a:t>Our pipeline saturates 10×25, then falls behind: the honest scoreboard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10×25:  </a:t>
            </a:r>
            <a:r>
              <a:rPr sz="2000" b="0">
                <a:solidFill>
                  <a:srgbClr val="2D2D2D"/>
                </a:solidFill>
                <a:latin typeface="Arial"/>
              </a:rPr>
              <a:t>feas 99.3% / sol 100% at 1.50 s — dominates every inexact baseline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20×50:  </a:t>
            </a:r>
            <a:r>
              <a:rPr sz="2000" b="0">
                <a:solidFill>
                  <a:srgbClr val="2D2D2D"/>
                </a:solidFill>
                <a:latin typeface="Arial"/>
              </a:rPr>
              <a:t>feas 82.5% / sol 9.6% at 7.1 s — behind BKZ (20.5%) on solutions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40×100: </a:t>
            </a:r>
            <a:r>
              <a:rPr sz="2000" b="0">
                <a:solidFill>
                  <a:srgbClr val="2D2D2D"/>
                </a:solidFill>
                <a:latin typeface="Arial"/>
              </a:rPr>
              <a:t>feas 80.2% / sol 2.3% at 25.0 s — only the kernel pump still contributes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2D2D2D"/>
                </a:solidFill>
                <a:latin typeface="Arial"/>
              </a:rPr>
              <a:t>Zero false negatives at every size; pump cost stays in milliseconds at every size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Arial"/>
              </a:rPr>
              <a:t>Negative result 1: self-play RL made test search worse, and we can show why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D2D"/>
                </a:solidFill>
                <a:latin typeface="Arial"/>
              </a:rPr>
              <a:t>20×50 solution accuracy: pretrained 9.6% → after RL 5.9% (same budgets)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D2D"/>
                </a:solidFill>
                <a:latin typeface="Arial"/>
              </a:rPr>
              <a:t>Telemetry: selection entropy collapsed 3.8 → 0.65 while full-difficulty success stayed low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D2D"/>
                </a:solidFill>
                <a:latin typeface="Arial"/>
              </a:rPr>
              <a:t>Reward starvation was repaired (dense reward + reverse curriculum), training became healthy — but gains did not transfer to full difficulty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Arial"/>
              </a:rPr>
              <a:t>Negative result 2: feasibility cannot be classified from static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2D2D2D"/>
                </a:solidFill>
                <a:latin typeface="Arial"/>
              </a:rPr>
              <a:t>Fixed infeasible pool → head learned instance identity (novelty shortcut), 0 test rejections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2D2D2D"/>
                </a:solidFill>
                <a:latin typeface="Arial"/>
              </a:rPr>
              <a:t>Fresh both classes + head-only fine-tune → converges to p ≈ 0.5 everywhere (focal loss at its 0.173 fixed point)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2D2D2D"/>
                </a:solidFill>
                <a:latin typeface="Arial"/>
              </a:rPr>
              <a:t>Consistent with hardness: a cheap separator for ±1-perturbed systems would contradict NP-hardness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2D2D2D"/>
                </a:solidFill>
                <a:latin typeface="Arial"/>
              </a:rPr>
              <a:t>Conclusion: feasibility detection must be proof-based (search-derived), not classified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Arial"/>
              </a:rPr>
              <a:t>4× search budget buys 4 points: the constraint is search technology, not compute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6_budget_scaling_20x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937760" cy="35269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720" y="1097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Arial"/>
              </a:rPr>
              <a:t>Key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46304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D2D2D"/>
                </a:solidFill>
                <a:latin typeface="Arial"/>
              </a:rPr>
              <a:t>Same 100 instances: 9 → 13 solved for 7.3 s → 28.2 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D2D2D"/>
                </a:solidFill>
                <a:latin typeface="Arial"/>
              </a:rPr>
              <a:t>CP-SAT: 100% at 0.031 s on the same instances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D2D2D"/>
                </a:solidFill>
                <a:latin typeface="Arial"/>
              </a:rPr>
              <a:t>Its edge is conflict learning and propagation — mechanisms our DFS lacks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Arial"/>
              </a:rPr>
              <a:t>Reinforcement roadmap: lattice enumeration first, conflict learning second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2D2D2D"/>
                </a:solidFill>
                <a:latin typeface="Arial"/>
              </a:rPr>
              <a:t>1  Lattice-reformulated search: </a:t>
            </a:r>
            <a:r>
              <a:rPr sz="1800" b="0">
                <a:solidFill>
                  <a:srgbClr val="2D2D2D"/>
                </a:solidFill>
                <a:latin typeface="Arial"/>
              </a:rPr>
              <a:t>branch in the LLL-reduced kernel basis (Aardal 2000; Wassermann 2025) with learned ordering — the project's core novelty, highest headroom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2D2D2D"/>
                </a:solidFill>
                <a:latin typeface="Arial"/>
              </a:rPr>
              <a:t>2  Conflict learning in DFS: </a:t>
            </a:r>
            <a:r>
              <a:rPr sz="1800" b="0">
                <a:solidFill>
                  <a:srgbClr val="2D2D2D"/>
                </a:solidFill>
                <a:latin typeface="Arial"/>
              </a:rPr>
              <a:t>no-good recording + restarts — bounded engineering, largest cost/benefit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2D2D2D"/>
                </a:solidFill>
                <a:latin typeface="Arial"/>
              </a:rPr>
              <a:t>3  Learning inside exact search: </a:t>
            </a:r>
            <a:r>
              <a:rPr sz="1800" b="0">
                <a:solidFill>
                  <a:srgbClr val="2D2D2D"/>
                </a:solidFill>
                <a:latin typeface="Arial"/>
              </a:rPr>
              <a:t>imitate strong branching (learn2branch); drop open-loop self-play</a:t>
            </a:r>
          </a:p>
          <a:p>
            <a:pPr algn="l">
              <a:spcAft>
                <a:spcPts val="1200"/>
              </a:spcAft>
            </a:pPr>
            <a:r>
              <a:rPr sz="1800" b="1">
                <a:solidFill>
                  <a:srgbClr val="2D2D2D"/>
                </a:solidFill>
                <a:latin typeface="Arial"/>
              </a:rPr>
              <a:t>Not reinforcing: </a:t>
            </a:r>
            <a:r>
              <a:rPr sz="1800" b="0">
                <a:solidFill>
                  <a:srgbClr val="2D2D2D"/>
                </a:solidFill>
                <a:latin typeface="Arial"/>
              </a:rPr>
              <a:t>more self-play RL, raw budget, ordering-REINFORCE at small budgets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Arial"/>
              </a:rPr>
              <a:t>The research question stays alive precisely where exact solvers begin to fail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Hard family validated: </a:t>
            </a:r>
            <a:r>
              <a:rPr sz="2000" b="0">
                <a:solidFill>
                  <a:srgbClr val="2D2D2D"/>
                </a:solidFill>
                <a:latin typeface="Arial"/>
              </a:rPr>
              <a:t>heuristics collapse, exact-solver time explodes, first exact failures at 40×100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Honest standing: </a:t>
            </a:r>
            <a:r>
              <a:rPr sz="2000" b="0">
                <a:solidFill>
                  <a:srgbClr val="2D2D2D"/>
                </a:solidFill>
                <a:latin typeface="Arial"/>
              </a:rPr>
              <a:t>we win at 10×25, lose beyond — with two diagnosed negative results guiding redesign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D2D2D"/>
                </a:solidFill>
                <a:latin typeface="Arial"/>
              </a:rPr>
              <a:t>Next cycle: </a:t>
            </a:r>
            <a:r>
              <a:rPr sz="2000" b="0">
                <a:solidFill>
                  <a:srgbClr val="2D2D2D"/>
                </a:solidFill>
                <a:latin typeface="Arial"/>
              </a:rPr>
              <a:t>no-good DFS (days), then lattice-basis enumeration with learned guidance (weeks)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Arial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82296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Aardal, K., Bixby, R. E., Hurkens, C. A. J., Lenstra, A. K., &amp; Smeltink, J. W. (2000). Market split and basis reduction. INFORMS Journal on Computing, 12(3), 192–202.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Cornuéjols, G., &amp; Dawande, M. (1998). A class of hard small 0–1 programs. IPCO 1998, 284–293.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Fischetti, M., Glover, F., &amp; Lodi, A. (2005). The feasibility pump. Mathematical Programming, 104(1), 91–104.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Gasse, M., Chételat, D., Ferroni, N., Charlin, L., &amp; Lodi, A. (2019). Exact combinatorial optimization with graph convolutional neural networks. NeurIPS 32.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Wassermann, A. (2025). Solving the market split problem with lattice enumeration. arXiv:2508.08702.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