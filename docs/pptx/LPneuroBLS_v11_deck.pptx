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Learned Feasibility Classification Fails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BBDD"/>
                </a:solidFill>
              </a:defRPr>
            </a:pPr>
            <a:r>
              <a:t>v11 — Ten diagnosed negative results, a baseline reality check, and a first win from augmenting CP-SAT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</a:defRPr>
            </a:pPr>
            <a:r>
              <a:t>neuroMCTS project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Motivation: Feasibility Classification, Directly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Solution construction set aside — classify feasibility (does a 0/1 solution exist) directly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Requirement A: inference faster than classical MILP/CP-SAT solvers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Requirement B: accuracy that survives zero-shot transfer to untrained sizes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This cycle tests both requirements head-on, against our own experiments and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Ten Independent Negative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11_negative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960120"/>
            <a:ext cx="499871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Ruling Out Optimization Bugs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Every negative result checked against a sanity task before being trusted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Dual-node GNN: loss 0.693→0.607 in 25 epochs on an easy continuous proxy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Bipartite GNN: loss 0.614→0.04 in 6 epochs on a pooling-preserved signal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→ Gradients and optimizer work fine. The failure is not a training bug.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Root Cause: Near-Miss Pairs Are Representationally Identical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A sequence model on the raw BKZ Gram-Schmidt profile also lands at AUC 0.5000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Diagnosis: 96.8% of 2,529 near-miss pairs are bit-identical across all 8 BKZ tries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b affects only 1 of n+1 basis rows — the rest are entirely determined by A (shared)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→ Not a training/capacity issue: the representation itself carries no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Literature Grounding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Chen et al. 2023 (ICLR): some feasible/infeasible MILP pairs are provably GNN-indistinguishable</a:t>
            </a:r>
          </a:p>
          <a:p>
            <a:pPr lvl="1">
              <a:spcAft>
                <a:spcPts val="1000"/>
              </a:spcAft>
              <a:defRPr sz="1400" b="0">
                <a:solidFill>
                  <a:srgbClr val="777777"/>
                </a:solidFill>
              </a:defRPr>
            </a:pPr>
            <a:r>
              <a:t>→ Their fix (random node features) tested this cycle, no effect here (d=0/8/32 all 0.5001)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G4SATBench (TMLR 2024): SAT classifiers lose 15-25 accuracy points under 4-5x size transfer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RL whose output is a feasibility verdict: essentially absent from the literature surveyed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Baseline Reality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11_baseline_reality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04672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Accuracy &amp; Time by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5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842"/>
                <a:gridCol w="1732547"/>
                <a:gridCol w="1732547"/>
                <a:gridCol w="1732547"/>
                <a:gridCol w="1949115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Gurobi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SCIP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CP-SAT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10x25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0.0053s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0.0011s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20x50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0.028s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0.141s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100.0% / 0.031s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78.25% / 3.78s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40x100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99.4% / 1.875s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93.2% / 9.24s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90.9% / 8.03s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66.67% / 22.0s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60x150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/ 17.72s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6.67% / 107.95s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77777"/>
                </a:solidFill>
              </a:defRPr>
            </a:pPr>
            <a:r>
              <a:t>Baselines up to 200x faster and more accurate through 40x100. 60x150 tested for the first time this cycle -- hard for CP-SAT too (2/12), but still ahead of ours (2/30).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Augmenting, Not Replacing, CP-SAT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5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564"/>
                <a:gridCol w="1936376"/>
                <a:gridCol w="1936376"/>
                <a:gridCol w="1452282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Sol. Acc.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Infeas. Proved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Avg Time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Plain CP-SAT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17.72s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+ pump hint (AddHint)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6/6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17.70s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linearization_level=2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8.33% (1/12)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21.22s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PORTFOLIO_SEARCH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19.01s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LP_SEARCH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16.67% (2/12)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18.00s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77777"/>
                </a:solidFill>
              </a:defRPr>
            </a:pPr>
            <a:r>
              <a:t>The hint doesn't find more solutions but closes an infeasibility proof, 5/6 -&gt; 6/6. All 3 parameter tweaks were neutral or worse -- the cycle's only reproducible positive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Why Learning Doesn't Transfer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(i) Representation-level impossibility, not slow convergence — 96.8% bit-identical inputs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(ii) Exact integer feasibility is discontinuous, number-theoretic — same obstruction as parity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(iii) Market-split is built to remove smooth signal -- for LP relaxation AND gradient descent alike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Scaling depth/width/data leaves AUC at exactly 0.5±0.0003 -- a hard ceiling, not a learning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Feasibility classification failed both our own experiments (10 results) and the literature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Learning's one positive contribution: hinting CP-SAT with symbolic byproducts, not replacing it</a:t>
            </a:r>
          </a:p>
          <a:p>
            <a:pPr>
              <a:spcAft>
                <a:spcPts val="1000"/>
              </a:spcAft>
              <a:defRPr sz="1600" b="0">
                <a:solidFill>
                  <a:srgbClr val="2D2D2D"/>
                </a:solidFill>
              </a:defRPr>
            </a:pPr>
            <a:r>
              <a:t>Classical solvers dominate through 40x100 and likely still lead at 60x150</a:t>
            </a:r>
          </a:p>
          <a:p>
            <a:pPr>
              <a:spcAft>
                <a:spcPts val="1000"/>
              </a:spcAft>
              <a:defRPr sz="1600" b="1">
                <a:solidFill>
                  <a:srgbClr val="2D2D2D"/>
                </a:solidFill>
              </a:defRPr>
            </a:pPr>
            <a:r>
              <a:t>Next: expand the hint direction (larger samples, AHL hints, partial hints); hold off on replacement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v11    ·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