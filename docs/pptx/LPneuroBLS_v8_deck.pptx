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7863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Lattice-Reduction Attack as a Pipeline Stage:
v8 Results and Why the Alternatives Failed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749039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A0BBDD"/>
                </a:solidFill>
                <a:latin typeface="Arial"/>
              </a:rPr>
              <a:t>neuroMCTS project  ·  Research meeting  ·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E79"/>
                </a:solidFill>
                <a:latin typeface="Arial"/>
              </a:rPr>
              <a:t>Three search technologies, one hard benchmark: only the AHL embedding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2D2D2D"/>
                </a:solidFill>
                <a:latin typeface="Arial"/>
              </a:rPr>
              <a:t>Conflict learning (CBJ): </a:t>
            </a:r>
            <a:r>
              <a:rPr sz="2000" b="0">
                <a:solidFill>
                  <a:srgbClr val="2D2D2D"/>
                </a:solidFill>
                <a:latin typeface="Arial"/>
              </a:rPr>
              <a:t>0/60 at 500k nodes — dense rows make conflict reasons vacuous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2D2D2D"/>
                </a:solidFill>
                <a:latin typeface="Arial"/>
              </a:rPr>
              <a:t>Kernel-lattice enumeration: </a:t>
            </a:r>
            <a:r>
              <a:rPr sz="2000" b="0">
                <a:solidFill>
                  <a:srgbClr val="2D2D2D"/>
                </a:solidFill>
                <a:latin typeface="Arial"/>
              </a:rPr>
              <a:t>2/40 — box pruning too loose on dense kernels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2D2D2D"/>
                </a:solidFill>
                <a:latin typeface="Arial"/>
              </a:rPr>
              <a:t>AHL solution embedding + BKZ: </a:t>
            </a:r>
            <a:r>
              <a:rPr sz="2000" b="0">
                <a:solidFill>
                  <a:srgbClr val="2D2D2D"/>
                </a:solidFill>
                <a:latin typeface="Arial"/>
              </a:rPr>
              <a:t>19/40 at 70 ms median — reduction reveals solutions directly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E79"/>
                </a:solidFill>
                <a:latin typeface="Arial"/>
              </a:rPr>
              <a:t>v8 = pipeline + AHL stage: strongest inexact method at every size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8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8229600" cy="30851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777777"/>
                </a:solidFill>
                <a:latin typeface="Arial"/>
              </a:rPr>
              <a:t>20x50: 9.6% -&gt; 53.5% @5.2s | 40x100: 2.25% -&gt; 23.5% (43.6% at full budget) | 10x25: 100% kept, 6.5x faster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E79"/>
                </a:solidFill>
                <a:latin typeface="Arial"/>
              </a:rPr>
              <a:t>Why it works where others fail — and where learning goes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2D2D2D"/>
                </a:solidFill>
                <a:latin typeface="Arial"/>
              </a:rPr>
              <a:t>Solutions are short vectors </a:t>
            </a:r>
            <a:r>
              <a:rPr sz="1800" b="0">
                <a:solidFill>
                  <a:srgbClr val="2D2D2D"/>
                </a:solidFill>
                <a:latin typeface="Arial"/>
              </a:rPr>
              <a:t>(2x-1 | -1 | 0), norm sqrt(n+1): reduction finds them without search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2D2D2D"/>
                </a:solidFill>
                <a:latin typeface="Arial"/>
              </a:rPr>
              <a:t>Verified-only returns: </a:t>
            </a:r>
            <a:r>
              <a:rPr sz="1800" b="0">
                <a:solidFill>
                  <a:srgbClr val="2D2D2D"/>
                </a:solidFill>
                <a:latin typeface="Arial"/>
              </a:rPr>
              <a:t>zero false positives on infeasible inputs, zero false negatives kept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2D2D2D"/>
                </a:solidFill>
                <a:latin typeface="Arial"/>
              </a:rPr>
              <a:t>Learning roles ahead: </a:t>
            </a:r>
            <a:r>
              <a:rPr sz="1800" b="0">
                <a:solidFill>
                  <a:srgbClr val="2D2D2D"/>
                </a:solidFill>
                <a:latin typeface="Arial"/>
              </a:rPr>
              <a:t>try-scheduling (median 2 tries to hit; failures burn 10), hardness routing, fail-first proofs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2D2D2D"/>
                </a:solidFill>
                <a:latin typeface="Arial"/>
              </a:rPr>
              <a:t>Honest bound: </a:t>
            </a:r>
            <a:r>
              <a:rPr sz="1800" b="0">
                <a:solidFill>
                  <a:srgbClr val="2D2D2D"/>
                </a:solidFill>
                <a:latin typeface="Arial"/>
              </a:rPr>
              <a:t>exact solvers still ahead where they finish (Gurobi 99.4% @1.9s at 40x100)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E79"/>
                </a:solidFill>
                <a:latin typeface="Arial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Aardal, K., Bixby, R. E., Hurkens, C. A. J., Lenstra, A. K., &amp; Smeltink, J. W. (2000). Market split and basis reduction. INFORMS Journal on Computing, 12(3), 192-202.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Schnorr, C. P., &amp; Euchner, M. (1994). Lattice basis reduction: Improved practical algorithms and solving subset sum problems. Mathematical Programming, 66, 181-199.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