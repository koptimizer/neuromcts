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Where Learning Helps and Where It Doesn't (v10)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0BBDD"/>
                </a:solidFill>
                <a:latin typeface="Arial"/>
              </a:rPr>
              <a:t>Stage attribution · learned infeasibility test · scaling wall at 60×150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0BBDD"/>
                </a:solidFill>
                <a:latin typeface="Arial"/>
              </a:rPr>
              <a:t>neuroMCTS project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Arial"/>
              </a:rPr>
              <a:t>Learning's marginal value converges to exactly zero with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10×25: learning adds +7.6-7.75pp solved, +24.5pp infeasibility proofs — meaningful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20×50: shrinks to +0.4pp solved, +0pp proofs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D2D2D"/>
                </a:solidFill>
                <a:latin typeface="Arial"/>
              </a:rPr>
              <a:t>40×100 &amp; 60×150: learning contributes literally ZERO instances</a:t>
            </a:r>
          </a:p>
        </p:txBody>
      </p:sp>
      <p:pic>
        <p:nvPicPr>
          <p:cNvPr id="5" name="Picture 4" descr="v10_waterfall_an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3160"/>
            <a:ext cx="8229600" cy="3148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Arial"/>
              </a:rPr>
              <a:t>Sixth negative: infeasibility signal is weak, GNN embedding is null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New feature: AGGREGATE stats from 15 pump restarts + 8 cheap AHL tries per instance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Combined scalar features: AUC 0.588 (single features: 0.46-0.54) — real but weak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D2D2D"/>
                </a:solidFill>
                <a:latin typeface="Arial"/>
              </a:rPr>
              <a:t>Pretrained GNN embedding alone: AUC 0.497 — exactly uninformative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At best precision: 1 in 3 flagged infeasible is actually feasible — unusable at FN=0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Arial"/>
              </a:rPr>
              <a:t>Discovered scaling wall: an accuracy cliff at 60×150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N=40 statistical spot check at 60×150 (never trained/evaluated before)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D2D2D"/>
                </a:solidFill>
                <a:latin typeface="Arial"/>
              </a:rPr>
              <a:t>Solution accuracy: 66.67% (40×100) → 6.67% (60×150) — a cliff, not a gradual decline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Mean time: 22.0s → 108.0s; learning contributes zero here too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Small-N as instructed (not exhaustive) — sufficient to LOCATE the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Arial"/>
              </a:rPr>
              <a:t>Conclusion: three precise, falsifiable statements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1. Learning helps only at the smallest size, inside an already-narrow residue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2. Learning cannot classify feasibility — not even from its own GNN representation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3. The symbolic AHL attack that does the real work has its own wall near n≈150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D2D2D"/>
                </a:solidFill>
                <a:latin typeface="Arial"/>
              </a:rPr>
              <a:t>State of the art: strong to n≈100, a measured wall beyond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