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28016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Tuning the Lattice Stage for Scale (v9)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3464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A0BBDD"/>
                </a:solidFill>
                <a:latin typeface="Arial"/>
              </a:rPr>
              <a:t>Size-dependent block optimum · weak scheduler · 78%/67% at low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A0BBDD"/>
                </a:solidFill>
                <a:latin typeface="Arial"/>
              </a:rPr>
              <a:t>neuroMCTS project ·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Arial"/>
              </a:rPr>
              <a:t>The dominant lever: the optimal BKZ block shifts with size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8229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D2D2D"/>
                </a:solidFill>
                <a:latin typeface="Arial"/>
              </a:rPr>
              <a:t>20×50: coverage peaks at block 10 (75.7%), flat at 51.3% for block ≥30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2D2D"/>
                </a:solidFill>
                <a:latin typeface="Arial"/>
              </a:rPr>
              <a:t>40×100: unimodal, peaks at block 20 (48.3%), declines by block 40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D2D2D"/>
                </a:solidFill>
                <a:latin typeface="Arial"/>
              </a:rPr>
              <a:t>v8 used block 40 — suboptimal at both sizes</a:t>
            </a:r>
          </a:p>
        </p:txBody>
      </p:sp>
      <p:pic>
        <p:nvPicPr>
          <p:cNvPr id="5" name="Picture 4" descr="v9_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68880"/>
            <a:ext cx="8229600" cy="31487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Arial"/>
              </a:rPr>
              <a:t>Block 40 is catastrophic at scale: 207s per try at 40×100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2D2D2D"/>
                </a:solidFill>
                <a:latin typeface="Arial"/>
              </a:rPr>
              <a:t>BKZ cost explodes as block → lattice dimension (n+1)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2D2D2D"/>
                </a:solidFill>
                <a:latin typeface="Arial"/>
              </a:rPr>
              <a:t>40×100 per try: block 20 = 2.4s vs block 40 = 207s (~85× for LOWER coverage)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D2D2D"/>
                </a:solidFill>
                <a:latin typeface="Arial"/>
              </a:rPr>
              <a:t>Scalability rule: tune block DOWN as instances grow — better coverage AND time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D2D2D"/>
                </a:solidFill>
                <a:latin typeface="Arial"/>
              </a:rPr>
              <a:t>Tries = secondary lever (independence law, diminishing, parallelizable)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Arial"/>
              </a:rPr>
              <a:t>Learned scheduler rejected — signal too weak (AUC 0.54–0.58)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2D2D2D"/>
                </a:solidFill>
                <a:latin typeface="Arial"/>
              </a:rPr>
              <a:t>Best feature (first-try shortest-vector norm): AUC 0.542 (eventual), 0.576 (next-try)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D2D2D"/>
                </a:solidFill>
                <a:latin typeface="Arial"/>
              </a:rPr>
              <a:t>Above chance but far from usable — cutting tries would discard solvable instances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2D2D2D"/>
                </a:solidFill>
                <a:latin typeface="Arial"/>
              </a:rPr>
              <a:t>Rejected on cost–benefit; fifth cross-cycle negative for learned components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Arial"/>
              </a:rPr>
              <a:t>Result: 78.25% at 20×50, 66.67% at 40×100, 13× faster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2D2D2D"/>
                </a:solidFill>
                <a:latin typeface="Arial"/>
              </a:rPr>
              <a:t>20×50: block 40→10 lifts 57.5% → 78.25%, time 4.93s → 3.78s (more, faster, fewer tries)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2D2D2D"/>
                </a:solidFill>
                <a:latin typeface="Arial"/>
              </a:rPr>
              <a:t>40×100: block 20 → 66.67% at 22.0s vs block 40 70% at 296s — 13× speedup, equal coverage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D2D2D"/>
                </a:solidFill>
                <a:latin typeface="Arial"/>
              </a:rPr>
              <a:t>vs pre-lattice v7 (2.25%): ~30× solution-accuracy gain, now at ~3× CP-SAT time (was 37×)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D2D2D"/>
                </a:solidFill>
                <a:latin typeface="Arial"/>
              </a:rPr>
              <a:t>Feasibility unchanged (82.5/80.0) — AHL finds solutions; refutation gap persists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Arial"/>
              </a:rPr>
              <a:t>Conclusion: scale comes from symbolic tuning, not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D2D2D"/>
                </a:solidFill>
                <a:latin typeface="Arial"/>
              </a:rPr>
              <a:t>Scale = tune BKZ block down with size (primary) + modest parallel tries (secondary)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D2D2D"/>
                </a:solidFill>
                <a:latin typeface="Arial"/>
              </a:rPr>
              <a:t>Both are symbolic knobs; learning does not help (fifth negative result)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D2D2D"/>
                </a:solidFill>
                <a:latin typeface="Arial"/>
              </a:rPr>
              <a:t>Positive levers (null-space pump, lattice reduction) also scale by budget, not training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D2D2D"/>
                </a:solidFill>
                <a:latin typeface="Arial"/>
              </a:rPr>
              <a:t>Method lesson: verify against raw artifacts — a truncated log nearly inverted this paper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D2D2D"/>
                </a:solidFill>
                <a:latin typeface="Arial"/>
              </a:rPr>
              <a:t>Next: genuinely larger sizes (60×150+), and the open refutation gap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